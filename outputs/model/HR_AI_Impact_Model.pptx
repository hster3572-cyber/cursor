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Автоматизация административных задач с AI-ассистентом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Снижение расходов и рост продуктивности (до/после по отделам)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Резюме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Цель: сократить затраты на административные задачи и повысить производительность</a:t>
            </a:r>
          </a:p>
          <a:p>
            <a:pPr/>
            <a:r>
              <a:t>Инструмент: Copilot-стиль ассистент (Generative AI/LLM)</a:t>
            </a:r>
          </a:p>
          <a:p>
            <a:pPr/>
            <a:r>
              <a:t>Подход: пилот → масштабирование; обучение и управление изменениями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Кумулятивные выгоды/затраты</a:t>
            </a:r>
          </a:p>
        </p:txBody>
      </p:sp>
      <p:pic>
        <p:nvPicPr>
          <p:cNvPr id="3" name="Picture 2" descr="roi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Выгода по отделам</a:t>
            </a:r>
          </a:p>
        </p:txBody>
      </p:sp>
      <p:pic>
        <p:nvPicPr>
          <p:cNvPr id="3" name="Picture 2" descr="benefit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Затраты (12 мес)</a:t>
            </a:r>
          </a:p>
        </p:txBody>
      </p:sp>
      <p:pic>
        <p:nvPicPr>
          <p:cNvPr id="3" name="Picture 2" descr="cost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Ганта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2344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Сводка по отделам (12 мес)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50520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eligible_users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annual_flc_per_fte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month_12_net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month_12_benefit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month_12_cost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payback_month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187548.0769230769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204375.0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16826.923076923078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11.145714285714286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197116.34615384613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216562.5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19446.153846153848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10.136520965189872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208955.38461538465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229500.0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20544.615384615383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10.170810244121611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175846.1538461539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196000.00000000003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20153.846153846152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8.725190839694658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t>Legal/Admin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119687.17948717944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133333.33333333328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13646.153846153848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8.770762871101086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допущения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Лицензия: $30/польз./мес (Microsoft 365 Copilot, 2024)</a:t>
            </a:r>
          </a:p>
          <a:p>
            <a:pPr/>
            <a:r>
              <a:t>Доля админ. времени 20–40%; покрытие автоматизации 25–40%</a:t>
            </a:r>
          </a:p>
          <a:p>
            <a:pPr/>
            <a:r>
              <a:t>Монетизация продуктивности: 50% в 1-й год</a:t>
            </a:r>
          </a:p>
          <a:p>
            <a:pPr/>
            <a:r>
              <a:t>Обучение: 4 часа/пользователь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Аналитика и примеры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Публикации отрасли указывают 20–30% экономии на рутинных задачах (бэк-офис)</a:t>
            </a:r>
          </a:p>
          <a:p>
            <a:pPr/>
            <a:r>
              <a:t>Рост throughput 5–15% при внедрении Copilot-подобных решений</a:t>
            </a:r>
          </a:p>
          <a:p>
            <a:pPr/>
            <a:r>
              <a:t>Сценарии: составление документов, сводки, ответы на запросы, анализ данных</a:t>
            </a:r>
          </a:p>
          <a:p>
            <a:pPr/>
            <a:r>
              <a:t>Риски: качество данных, безопасность, принятие пользователями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